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14400"/>
            <a:ext cx="6217920" cy="5943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94944" y="1618488"/>
            <a:ext cx="6217920" cy="3474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UI/UX・サービスデザイン設計書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2176272"/>
            <a:ext cx="5486400" cy="3474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自分らしい人生を、一歩ずつ形に。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5943600" cy="41148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画面ではなく、人生が前へ進む体験を設計する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86600" y="704088"/>
            <a:ext cx="406908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First 5 seconds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86600" y="1024128"/>
            <a:ext cx="4069080" cy="438912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1115568"/>
            <a:ext cx="388620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87768" y="1188720"/>
            <a:ext cx="1424178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7178040" y="1527048"/>
            <a:ext cx="822960" cy="370332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847088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3" name="Text 11"/>
          <p:cNvSpPr/>
          <p:nvPr/>
        </p:nvSpPr>
        <p:spPr>
          <a:xfrm>
            <a:off x="7269480" y="219456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7269480" y="2542032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15" name="Text 13"/>
          <p:cNvSpPr/>
          <p:nvPr/>
        </p:nvSpPr>
        <p:spPr>
          <a:xfrm>
            <a:off x="7269480" y="288950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16" name="Text 14"/>
          <p:cNvSpPr/>
          <p:nvPr/>
        </p:nvSpPr>
        <p:spPr>
          <a:xfrm>
            <a:off x="7269480" y="323697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7269480" y="358444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8165592" y="1664208"/>
            <a:ext cx="173736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65592" y="1956816"/>
            <a:ext cx="1737360" cy="694944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焦らなくて大丈夫。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今日は10分だけ、理想の暮らしを書き出しましょう。</a:t>
            </a:r>
            <a:endParaRPr lang="en-US" sz="640" dirty="0"/>
          </a:p>
        </p:txBody>
      </p:sp>
      <p:sp>
        <p:nvSpPr>
          <p:cNvPr id="20" name="Text 18"/>
          <p:cNvSpPr/>
          <p:nvPr/>
        </p:nvSpPr>
        <p:spPr>
          <a:xfrm>
            <a:off x="10040112" y="1956816"/>
            <a:ext cx="685800" cy="694944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次の節目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8165592" y="2898648"/>
            <a:ext cx="2807208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今週の道筋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165592" y="3218688"/>
            <a:ext cx="28072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 → Route → Journey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8165592" y="3931920"/>
            <a:ext cx="2807208" cy="58521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AIからの提案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設計の前提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事業計画書から抽出した体験要件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5720" cy="141732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417320"/>
            <a:ext cx="32552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Mission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人生の目標と日々の行動をつなぎ、自分らしい人生を実現するAIパートナー。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45720" cy="1417320"/>
          </a:xfrm>
          <a:prstGeom prst="rect">
            <a:avLst/>
          </a:prstGeom>
          <a:solidFill>
            <a:srgbClr val="D96B6B"/>
          </a:solidFill>
          <a:ln w="12700">
            <a:solidFill>
              <a:srgbClr val="D96B6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417320"/>
            <a:ext cx="32552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Not this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AIチャット、タスク管理、KPI管理、目標管理ツールではない。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45720" cy="141732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417320"/>
            <a:ext cx="32552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Experience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迷いを整理し、方向を見つけ、今日の一歩へつなげる。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01168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設計判断の基準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1997050" cy="65836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安心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701138" y="430682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884018" y="3977640"/>
            <a:ext cx="1997050" cy="65836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余白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99355" y="430682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82235" y="3977640"/>
            <a:ext cx="1997050" cy="65836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伴走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097573" y="430682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280453" y="3977640"/>
            <a:ext cx="1997050" cy="658368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希望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95790" y="430682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478670" y="3977640"/>
            <a:ext cx="1997050" cy="65836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一歩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148072"/>
            <a:ext cx="10332720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AIは人生を決めない。ユーザーが自分で納得して選べるように、考える時間と選択肢を整える。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サービスコンセプト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人生のナビゲーション体験として設計する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7315200" cy="38404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Life Navigation, not Task Management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1847088"/>
            <a:ext cx="7040880" cy="4389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ユーザーが支払うのは、AIを使う料金ではなく、人生を整理し、前へ進める支援への対価。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1395113" cy="512064"/>
          </a:xfrm>
          <a:prstGeom prst="rect">
            <a:avLst/>
          </a:prstGeom>
          <a:solidFill>
            <a:srgbClr val="77838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迷う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071769" y="2999232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254649" y="2743200"/>
            <a:ext cx="1395113" cy="51206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現在地を知る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68050" y="2999232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50930" y="2743200"/>
            <a:ext cx="1395113" cy="51206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方向を見つける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264331" y="2999232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447211" y="2743200"/>
            <a:ext cx="1395113" cy="512064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道筋をつくる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60613" y="2999232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043493" y="2743200"/>
            <a:ext cx="1395113" cy="512064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456894" y="2999232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639774" y="2743200"/>
            <a:ext cx="1395113" cy="512064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振り返る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053175" y="2999232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236055" y="2743200"/>
            <a:ext cx="1395113" cy="51206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更新する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" y="397764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ユーザー自身の人生。AIは画面の中心に置かず、必要な時にだけ現れる。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397764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「何をすればいいか分からない」を「今日はこれでいい」に変える。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397764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感情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焦りを下げ、希望を上げる。操作後に少し呼吸が楽になる。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UX全体像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人生の5つの壁を、5つの体験でほどく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1325880"/>
            <a:ext cx="2926080" cy="438912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現在地が分からない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1325880"/>
            <a:ext cx="2011680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Self / Compass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2200" y="1325880"/>
            <a:ext cx="5166360" cy="438912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いまの自分を整理する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167128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行き先が決まらない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2167128"/>
            <a:ext cx="2011680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 / Vision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2167128"/>
            <a:ext cx="5166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価値観と理想を言語化する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008376"/>
            <a:ext cx="2926080" cy="438912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行動へ落とし込めない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86200" y="3008376"/>
            <a:ext cx="2011680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 / Journey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3008376"/>
            <a:ext cx="5166360" cy="438912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今日の一歩に変換する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849624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続けられない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86200" y="3849624"/>
            <a:ext cx="2011680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 / Reflect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849624"/>
            <a:ext cx="5166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できたことを実感する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4690872"/>
            <a:ext cx="2926080" cy="438912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変化に対応できない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86200" y="4690872"/>
            <a:ext cx="2011680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4690872"/>
            <a:ext cx="5166360" cy="438912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今の自分に合わせて見直す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5742432"/>
            <a:ext cx="10698480" cy="384048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UX原則：一画面一役割 / 次の一歩が自然に分かる / 比較対象は他人ではなく過去の自分 / 心が疲れない提案量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管理するのはタスクではなく「人生の情報」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1382050" cy="65836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Self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058706" y="229514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41586" y="1965960"/>
            <a:ext cx="1382050" cy="65836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41925" y="229514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24805" y="1965960"/>
            <a:ext cx="1382050" cy="65836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Vision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225143" y="229514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408023" y="1965960"/>
            <a:ext cx="1382050" cy="65836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08361" y="229514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991241" y="1965960"/>
            <a:ext cx="1382050" cy="658368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391579" y="229514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574459" y="1965960"/>
            <a:ext cx="1382050" cy="65836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振り返り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974798" y="2295144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157678" y="1965960"/>
            <a:ext cx="1382050" cy="65836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99432" y="3154680"/>
            <a:ext cx="2971800" cy="548640"/>
          </a:xfrm>
          <a:prstGeom prst="rect">
            <a:avLst/>
          </a:prstGeom>
          <a:solidFill>
            <a:srgbClr val="132A3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 Memory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089904" y="3127248"/>
            <a:ext cx="0" cy="-411480"/>
          </a:xfrm>
          <a:prstGeom prst="line">
            <a:avLst/>
          </a:prstGeom>
          <a:noFill/>
          <a:ln w="19050">
            <a:solidFill>
              <a:srgbClr val="132A3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9904" y="3730752"/>
            <a:ext cx="0" cy="566928"/>
          </a:xfrm>
          <a:prstGeom prst="line">
            <a:avLst/>
          </a:prstGeom>
          <a:noFill/>
          <a:ln w="19050">
            <a:solidFill>
              <a:srgbClr val="132A3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463040" y="4590288"/>
            <a:ext cx="9235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情報は保存するためではなく、意思決定を支えるために存在する。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同じ情報を何度も入力させず、人生の変化に合わせて更新され続ける。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画面一覧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MVPから継続利用までを支える主要画面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45720" cy="8229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325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🏠 Dashboard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人生のコックピット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今どこにいて、次に何をするか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45720" cy="8229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325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🧭 Compass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人生の方向を見つける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価値観・人生理念・優先順位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45720" cy="82296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468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🎯 Vision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理想の人生を描く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やりたいこと・理想の暮らし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355080" y="2468880"/>
            <a:ext cx="45720" cy="82296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468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📍 Route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人生設計をつくる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ロードマップ・お金・スキル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611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🚶 Journey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今日の一歩へつなげる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今日/今週/今月の行動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355080" y="361188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611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📝 Reflect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振り返る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成長・気づき・感情の変化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731520" y="4754880"/>
            <a:ext cx="45720" cy="8229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754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🔄 Update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人生を更新する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ライフイベント・計画見直し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6355080" y="4754880"/>
            <a:ext cx="45720" cy="8229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754880"/>
            <a:ext cx="494690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⚙ Settings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信頼と管理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データ・連携・プライバシー</a:t>
            </a:r>
            <a:endParaRPr lang="en-US" sz="13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画面遷移図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Dashboardを起点に、迷わない循環導線にする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218438" cy="502920"/>
          </a:xfrm>
          <a:prstGeom prst="rect">
            <a:avLst/>
          </a:prstGeom>
          <a:solidFill>
            <a:srgbClr val="77838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Onboarding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39646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22526" y="1554480"/>
            <a:ext cx="1218438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59252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42132" y="1554480"/>
            <a:ext cx="1218438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8858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61738" y="1554480"/>
            <a:ext cx="1218438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Vision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98464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181344" y="1554480"/>
            <a:ext cx="1218438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18070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00950" y="1554480"/>
            <a:ext cx="1218438" cy="502920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37676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020556" y="1554480"/>
            <a:ext cx="1218438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257282" y="180594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440162" y="1554480"/>
            <a:ext cx="1218438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2423160"/>
            <a:ext cx="18288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基本導線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" y="2852928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初回は Onboarding → Compass → Vision → Route → Journey。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2回目以降は Dashboard を入口に「今日の一歩」「振り返り」「更新」へ自然に分岐。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2423160"/>
            <a:ext cx="18288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戻る導線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73368" y="2852928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人生が変わったら Update から現在地を更新。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更新内容は Compass / Route / Journey に反映され、Dashboard へ戻る。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" y="4892040"/>
            <a:ext cx="10789920" cy="621792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提案：Visionを独立画面として追加。事業計画書では情報設計上の概念だが、ユーザー体験では「理想の人生を描く場所」として明確に分けると迷いが減る。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初回体験設計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登録直後に「入力させられている感」を出さない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45720" cy="123444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63040"/>
            <a:ext cx="220370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いまの状態を選ぶ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迷っている / 整理したい / 行動したい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538728" y="1463040"/>
            <a:ext cx="45720" cy="123444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463040"/>
            <a:ext cx="220370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ゆっくり始める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5分で完了する最小入力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345936" y="1463040"/>
            <a:ext cx="4572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63040"/>
            <a:ext cx="220370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AIが整理する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結論ではなく、確認できる下書き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9153144" y="1463040"/>
            <a:ext cx="45720" cy="123444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463040"/>
            <a:ext cx="220370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今日の一歩へ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1つだけ提案してDashboardへ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663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Onboarding 完成イメージ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324612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337560"/>
            <a:ext cx="448056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410712"/>
            <a:ext cx="1632204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1325880" y="3703320"/>
            <a:ext cx="393192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いまのあなたに近いものを選んでください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1051560" cy="38404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将来が不安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06040" y="4251960"/>
            <a:ext cx="1051560" cy="384048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やりたいことが多い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0" y="4251960"/>
            <a:ext cx="1051560" cy="384048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今日やることが不明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46520" y="3246120"/>
            <a:ext cx="45720" cy="201168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3246120"/>
            <a:ext cx="453542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初回に大量のプロフィール入力を求めない。まず「状態」を受け止め、サービスが伴走する感覚を作る。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 画面設計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人生全体を一目で把握し、次の一歩へ進む入口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743200" cy="6675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人生全体を一目で把握し、次の一歩へ進む入口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743200" cy="73152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この画面を閉じたとき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「今、自分がどこにいて、次に何をすればいいか」が分かる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161288"/>
            <a:ext cx="3520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ワイヤーフレーム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1481328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1288"/>
            <a:ext cx="379476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完成イメージ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481328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72768"/>
            <a:ext cx="361188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645920"/>
            <a:ext cx="1328166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749040" y="1984248"/>
            <a:ext cx="731520" cy="356616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0428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3840480" y="2999232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840480" y="3346704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40480" y="3694176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3840480" y="404164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4636008" y="2075688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487168"/>
            <a:ext cx="1417320" cy="777240"/>
          </a:xfrm>
          <a:prstGeom prst="roundRect">
            <a:avLst>
              <a:gd name="adj" fmla="val 4706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487168"/>
            <a:ext cx="777240" cy="777240"/>
          </a:xfrm>
          <a:prstGeom prst="roundRect">
            <a:avLst>
              <a:gd name="adj" fmla="val 4706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447288"/>
            <a:ext cx="2331720" cy="365760"/>
          </a:xfrm>
          <a:prstGeom prst="roundRect">
            <a:avLst>
              <a:gd name="adj" fmla="val 100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3968496"/>
            <a:ext cx="2331720" cy="1143000"/>
          </a:xfrm>
          <a:prstGeom prst="roundRect">
            <a:avLst>
              <a:gd name="adj" fmla="val 32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1984248"/>
            <a:ext cx="822960" cy="356616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2304288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30" name="Text 28"/>
          <p:cNvSpPr/>
          <p:nvPr/>
        </p:nvSpPr>
        <p:spPr>
          <a:xfrm>
            <a:off x="7726680" y="265176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31" name="Text 29"/>
          <p:cNvSpPr/>
          <p:nvPr/>
        </p:nvSpPr>
        <p:spPr>
          <a:xfrm>
            <a:off x="7726680" y="2999232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726680" y="334670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7726680" y="369417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34" name="Text 32"/>
          <p:cNvSpPr/>
          <p:nvPr/>
        </p:nvSpPr>
        <p:spPr>
          <a:xfrm>
            <a:off x="7726680" y="404164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8622792" y="2121408"/>
            <a:ext cx="173736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22792" y="2414016"/>
            <a:ext cx="1737360" cy="694944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焦らなくて大丈夫。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今日は10分だけ、理想の暮らしを書き出しましょう。</a:t>
            </a:r>
            <a:endParaRPr lang="en-US" sz="640" dirty="0"/>
          </a:p>
        </p:txBody>
      </p:sp>
      <p:sp>
        <p:nvSpPr>
          <p:cNvPr id="37" name="Text 35"/>
          <p:cNvSpPr/>
          <p:nvPr/>
        </p:nvSpPr>
        <p:spPr>
          <a:xfrm>
            <a:off x="10497312" y="2414016"/>
            <a:ext cx="685800" cy="694944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次の節目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8622792" y="3355848"/>
            <a:ext cx="2532888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今週の道筋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22792" y="3675888"/>
            <a:ext cx="2532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 → Route → Journey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8622792" y="4389120"/>
            <a:ext cx="2532888" cy="58521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AIからの提案</a:t>
            </a:r>
            <a:endParaRPr lang="en-US" sz="640" dirty="0"/>
          </a:p>
        </p:txBody>
      </p:sp>
      <p:sp>
        <p:nvSpPr>
          <p:cNvPr id="41" name="Text 39"/>
          <p:cNvSpPr/>
          <p:nvPr/>
        </p:nvSpPr>
        <p:spPr>
          <a:xfrm>
            <a:off x="640080" y="5870448"/>
            <a:ext cx="10698480" cy="31089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設計意図：画面の主役は機能ではなく、ユーザーが「次に進める感覚」。AIは必要な場所だけに静かに現れる。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 UX仕様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人生のコックピット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5720" cy="434340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UI説明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今日の一歩、今週の方向、次の節目、AIの小さな提案だけを表示。進捗率や大量のKPIは出さない。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5720" cy="434340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配置理由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上部に安心メッセージ、中央に今日の一歩、右側に次の節目。ユーザーが迷わず行動へ進める順番に配置。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「管理されている」ではなく「そっと整理されている」感覚を作る。疲れていても開けるホーム画面にする。</a:t>
            </a:r>
            <a:endParaRPr lang="en-US" sz="13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 画面設計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価値観・人生理念・優先順位を整理する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743200" cy="6675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価値観・人生理念・優先順位を整理する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743200" cy="73152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この画面を閉じたとき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「自分はどんな人生を歩きたいのか」が言葉になる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161288"/>
            <a:ext cx="3520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ワイヤーフレーム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1481328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1288"/>
            <a:ext cx="379476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完成イメージ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481328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72768"/>
            <a:ext cx="361188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645920"/>
            <a:ext cx="1328166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749040" y="1984248"/>
            <a:ext cx="731520" cy="356616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0428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3840480" y="2999232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840480" y="3346704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40480" y="3694176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3840480" y="404164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4636008" y="2075688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441448"/>
            <a:ext cx="2331720" cy="475488"/>
          </a:xfrm>
          <a:prstGeom prst="roundRect">
            <a:avLst>
              <a:gd name="adj" fmla="val 7692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3108960"/>
            <a:ext cx="1097280" cy="1051560"/>
          </a:xfrm>
          <a:prstGeom prst="roundRect">
            <a:avLst>
              <a:gd name="adj" fmla="val 3478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3108960"/>
            <a:ext cx="1097280" cy="1051560"/>
          </a:xfrm>
          <a:prstGeom prst="roundRect">
            <a:avLst>
              <a:gd name="adj" fmla="val 3478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4361688"/>
            <a:ext cx="2331720" cy="594360"/>
          </a:xfrm>
          <a:prstGeom prst="roundRect">
            <a:avLst>
              <a:gd name="adj" fmla="val 6154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1984248"/>
            <a:ext cx="822960" cy="356616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230428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30" name="Text 28"/>
          <p:cNvSpPr/>
          <p:nvPr/>
        </p:nvSpPr>
        <p:spPr>
          <a:xfrm>
            <a:off x="7726680" y="2651760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31" name="Text 29"/>
          <p:cNvSpPr/>
          <p:nvPr/>
        </p:nvSpPr>
        <p:spPr>
          <a:xfrm>
            <a:off x="7726680" y="2999232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726680" y="334670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7726680" y="369417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34" name="Text 32"/>
          <p:cNvSpPr/>
          <p:nvPr/>
        </p:nvSpPr>
        <p:spPr>
          <a:xfrm>
            <a:off x="7726680" y="404164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8622792" y="2121408"/>
            <a:ext cx="2532888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人生の軸を言葉にする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22792" y="2468880"/>
            <a:ext cx="1143000" cy="960120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大切にしたいこと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9930384" y="2468880"/>
            <a:ext cx="1143000" cy="960120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やりたいこと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8622792" y="3721608"/>
            <a:ext cx="2532888" cy="502920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今日は、何を大切にしたいかだけ考えましょう。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8622792" y="4526280"/>
            <a:ext cx="25328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人生理念の下書き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640080" y="5870448"/>
            <a:ext cx="10698480" cy="31089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設計意図：画面の主役は機能ではなく、ユーザーが「次に進める感覚」。AIは必要な場所だけに静かに現れる。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 UX仕様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人生の方向を見つける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5720" cy="434340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UI説明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大切にしたいこと、やりたいこと、避けたいこと、人生理念の下書きを少量ずつ入力。AIは質問役。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5720" cy="434340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配置理由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入力欄を並べすぎず、カード単位で1テーマずつ深掘り。下部にAIの問いを置き、主役をユーザーの言葉にする。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答えを出す場ではなく、自分の内側を整理する場。完璧な理念ではなく、仮の言葉で前に進める。</a:t>
            </a:r>
            <a:endParaRPr lang="en-US" sz="13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 画面設計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理想の人生までの道筋を設計する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743200" cy="6675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理想の人生までの道筋を設計する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743200" cy="73152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この画面を閉じたとき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「どの順番で人生を進めればいいか」が分かる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161288"/>
            <a:ext cx="3520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ワイヤーフレーム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1481328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1288"/>
            <a:ext cx="379476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完成イメージ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481328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72768"/>
            <a:ext cx="361188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645920"/>
            <a:ext cx="1328166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749040" y="1984248"/>
            <a:ext cx="731520" cy="356616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0428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3840480" y="2999232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840480" y="3346704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40480" y="3694176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3840480" y="404164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4636008" y="2075688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39572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3172968"/>
            <a:ext cx="329184" cy="1463040"/>
          </a:xfrm>
          <a:prstGeom prst="roundRect">
            <a:avLst>
              <a:gd name="adj" fmla="val 11111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3172968"/>
            <a:ext cx="329184" cy="1463040"/>
          </a:xfrm>
          <a:prstGeom prst="roundRect">
            <a:avLst>
              <a:gd name="adj" fmla="val 11111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86984" y="3172968"/>
            <a:ext cx="329184" cy="1463040"/>
          </a:xfrm>
          <a:prstGeom prst="roundRect">
            <a:avLst>
              <a:gd name="adj" fmla="val 11111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3172968"/>
            <a:ext cx="329184" cy="1463040"/>
          </a:xfrm>
          <a:prstGeom prst="roundRect">
            <a:avLst>
              <a:gd name="adj" fmla="val 11111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3172968"/>
            <a:ext cx="329184" cy="1463040"/>
          </a:xfrm>
          <a:prstGeom prst="roundRect">
            <a:avLst>
              <a:gd name="adj" fmla="val 11111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4910328"/>
            <a:ext cx="2377440" cy="320040"/>
          </a:xfrm>
          <a:prstGeom prst="roundRect">
            <a:avLst>
              <a:gd name="adj" fmla="val 1142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1984248"/>
            <a:ext cx="822960" cy="356616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230428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7726680" y="265176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34" name="Text 32"/>
          <p:cNvSpPr/>
          <p:nvPr/>
        </p:nvSpPr>
        <p:spPr>
          <a:xfrm>
            <a:off x="7726680" y="2999232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7726680" y="334670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36" name="Text 34"/>
          <p:cNvSpPr/>
          <p:nvPr/>
        </p:nvSpPr>
        <p:spPr>
          <a:xfrm>
            <a:off x="7726680" y="369417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37" name="Text 35"/>
          <p:cNvSpPr/>
          <p:nvPr/>
        </p:nvSpPr>
        <p:spPr>
          <a:xfrm>
            <a:off x="7726680" y="404164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8622792" y="2121408"/>
            <a:ext cx="253288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理想から今日まで逆算する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22792" y="2624328"/>
            <a:ext cx="345643" cy="41148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5年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986723" y="2830068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9169603" y="2624328"/>
            <a:ext cx="345643" cy="41148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3年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533534" y="2830068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716414" y="2624328"/>
            <a:ext cx="345643" cy="41148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1年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0080346" y="2830068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10263226" y="2624328"/>
            <a:ext cx="345643" cy="41148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3か月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0627157" y="2830068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0810037" y="2624328"/>
            <a:ext cx="345643" cy="411480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622792" y="3355848"/>
            <a:ext cx="2532888" cy="438912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必要なお金・スキル・経験</a:t>
            </a:r>
            <a:endParaRPr lang="en-US" sz="630" dirty="0"/>
          </a:p>
        </p:txBody>
      </p:sp>
      <p:sp>
        <p:nvSpPr>
          <p:cNvPr id="49" name="Text 47"/>
          <p:cNvSpPr/>
          <p:nvPr/>
        </p:nvSpPr>
        <p:spPr>
          <a:xfrm>
            <a:off x="8622792" y="4041648"/>
            <a:ext cx="2532888" cy="457200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無理のない順番に整えました。</a:t>
            </a:r>
            <a:endParaRPr lang="en-US" sz="620" dirty="0"/>
          </a:p>
        </p:txBody>
      </p:sp>
      <p:sp>
        <p:nvSpPr>
          <p:cNvPr id="50" name="Text 48"/>
          <p:cNvSpPr/>
          <p:nvPr/>
        </p:nvSpPr>
        <p:spPr>
          <a:xfrm>
            <a:off x="8622792" y="4754880"/>
            <a:ext cx="253288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次のマイルストーン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640080" y="5870448"/>
            <a:ext cx="10698480" cy="31089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設計意図：画面の主役は機能ではなく、ユーザーが「次に進める感覚」。AIは必要な場所だけに静かに現れる。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 UX仕様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人生設計をつくる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5720" cy="434340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UI説明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5年・3年・1年・3か月・今日の軸でロードマップ化。必要なお金、スキル、経験を補助情報として整理。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5720" cy="434340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配置理由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横長タイムラインで「遠い未来→今日」を一目で見る。詳細は折りたたみ、圧迫感を避ける。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夢と現実の距離を怖く見せず、「順番に進めばいい」と感じられる設計。</a:t>
            </a:r>
            <a:endParaRPr lang="en-US" sz="13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 画面設計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人生設計を今日の行動へ変換する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743200" cy="6675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人生設計を今日の行動へ変換する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743200" cy="73152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この画面を閉じたとき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「今日、何をすればいいか」が明確になる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161288"/>
            <a:ext cx="3520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ワイヤーフレーム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1481328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1288"/>
            <a:ext cx="379476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完成イメージ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481328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72768"/>
            <a:ext cx="361188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645920"/>
            <a:ext cx="1328166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749040" y="1984248"/>
            <a:ext cx="731520" cy="356616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0428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3840480" y="2999232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840480" y="3346704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40480" y="3694176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3840480" y="404164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4636008" y="2075688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441448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3264408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88620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4507992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518464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984248"/>
            <a:ext cx="822960" cy="356616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230428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31" name="Text 29"/>
          <p:cNvSpPr/>
          <p:nvPr/>
        </p:nvSpPr>
        <p:spPr>
          <a:xfrm>
            <a:off x="7726680" y="265176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726680" y="2999232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7726680" y="3346704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34" name="Text 32"/>
          <p:cNvSpPr/>
          <p:nvPr/>
        </p:nvSpPr>
        <p:spPr>
          <a:xfrm>
            <a:off x="7726680" y="369417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7726680" y="404164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36" name="Text 34"/>
          <p:cNvSpPr/>
          <p:nvPr/>
        </p:nvSpPr>
        <p:spPr>
          <a:xfrm>
            <a:off x="8622792" y="2121408"/>
            <a:ext cx="253288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今日できる小さな一歩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22792" y="2551176"/>
            <a:ext cx="2532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10分だけ書き出す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622792" y="3118104"/>
            <a:ext cx="2532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1つだけ調べる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622792" y="3685032"/>
            <a:ext cx="2532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夜に振り返る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622792" y="4480560"/>
            <a:ext cx="2532888" cy="484632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増やしすぎない。続けられる量だけ。</a:t>
            </a:r>
            <a:endParaRPr lang="en-US" sz="640" dirty="0"/>
          </a:p>
        </p:txBody>
      </p:sp>
      <p:sp>
        <p:nvSpPr>
          <p:cNvPr id="41" name="Text 39"/>
          <p:cNvSpPr/>
          <p:nvPr/>
        </p:nvSpPr>
        <p:spPr>
          <a:xfrm>
            <a:off x="640080" y="5870448"/>
            <a:ext cx="10698480" cy="31089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設計意図：画面の主役は機能ではなく、ユーザーが「次に進める感覚」。AIは必要な場所だけに静かに現れる。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 UX仕様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今日の一歩へつなげる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5720" cy="434340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UI説明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今日・今週・今月の行動を表示。ただし今日の行動は最大3つ。完了よりも継続しやすさを優先。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5720" cy="434340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配置理由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最上部に1つの推奨行動、下に任意の行動。チェックボックスは軽く、タスク管理の圧を出さない。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大きな人生設計を、心が疲れない小さな一歩に変換する。やれなかった日も戻りやすい。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 画面設計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日々を振り返り、成長を言語化する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743200" cy="6675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日々を振り返り、成長を言語化する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743200" cy="73152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この画面を閉じたとき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「昨日より成長した自分」を実感できる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161288"/>
            <a:ext cx="3520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ワイヤーフレーム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1481328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1288"/>
            <a:ext cx="379476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完成イメージ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481328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72768"/>
            <a:ext cx="361188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645920"/>
            <a:ext cx="1328166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749040" y="1984248"/>
            <a:ext cx="731520" cy="356616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0428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3840480" y="2999232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840480" y="3346704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40480" y="3694176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3840480" y="404164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4636008" y="2075688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441448"/>
            <a:ext cx="2377440" cy="411480"/>
          </a:xfrm>
          <a:prstGeom prst="roundRect">
            <a:avLst>
              <a:gd name="adj" fmla="val 888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3081528"/>
            <a:ext cx="1051560" cy="1097280"/>
          </a:xfrm>
          <a:prstGeom prst="roundRect">
            <a:avLst>
              <a:gd name="adj" fmla="val 3478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88736" y="3081528"/>
            <a:ext cx="1051560" cy="1097280"/>
          </a:xfrm>
          <a:prstGeom prst="roundRect">
            <a:avLst>
              <a:gd name="adj" fmla="val 3478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4480560"/>
            <a:ext cx="2377440" cy="548640"/>
          </a:xfrm>
          <a:prstGeom prst="roundRect">
            <a:avLst>
              <a:gd name="adj" fmla="val 6667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1984248"/>
            <a:ext cx="822960" cy="356616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230428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30" name="Text 28"/>
          <p:cNvSpPr/>
          <p:nvPr/>
        </p:nvSpPr>
        <p:spPr>
          <a:xfrm>
            <a:off x="7726680" y="265176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31" name="Text 29"/>
          <p:cNvSpPr/>
          <p:nvPr/>
        </p:nvSpPr>
        <p:spPr>
          <a:xfrm>
            <a:off x="7726680" y="2999232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726680" y="334670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7726680" y="3694176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34" name="Text 32"/>
          <p:cNvSpPr/>
          <p:nvPr/>
        </p:nvSpPr>
        <p:spPr>
          <a:xfrm>
            <a:off x="7726680" y="404164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8622792" y="2121408"/>
            <a:ext cx="253288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今日を責めずに振り返る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22792" y="2505456"/>
            <a:ext cx="1143000" cy="914400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できたこと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9930384" y="2505456"/>
            <a:ext cx="1143000" cy="914400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気づいたこと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8622792" y="3813048"/>
            <a:ext cx="2532888" cy="548640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過去の自分と比べて、少し前へ進んでいます。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8622792" y="4636008"/>
            <a:ext cx="25328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次の一歩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640080" y="5870448"/>
            <a:ext cx="10698480" cy="31089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設計意図：画面の主役は機能ではなく、ユーザーが「次に進める感覚」。AIは必要な場所だけに静かに現れる。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 UX仕様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振り返る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5720" cy="434340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UI説明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できたこと、気づいたこと、感情、次に試したいことを短く記録。AIは責めずに成長を拾う。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5720" cy="434340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配置理由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左に事実、右に気づき、下にAIの要約。ネガティブな反省欄を中心にしない。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続けるためには達成率より自己効力感が重要。過去の自分との変化を見える化する。</a:t>
            </a:r>
            <a:endParaRPr lang="en-US" sz="13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 画面設計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人生の変化に合わせて計画を見直す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743200" cy="6675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人生の変化に合わせて計画を見直す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743200" cy="73152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この画面を閉じたとき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「今の自分に合った人生設計」に更新できる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161288"/>
            <a:ext cx="35204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ワイヤーフレーム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1481328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1288"/>
            <a:ext cx="379476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完成イメージ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481328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572768"/>
            <a:ext cx="361188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645920"/>
            <a:ext cx="1328166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749040" y="1984248"/>
            <a:ext cx="731520" cy="356616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0428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3840480" y="2999232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840480" y="3346704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40480" y="3694176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3840480" y="4041648"/>
            <a:ext cx="548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4636008" y="2075688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441448"/>
            <a:ext cx="2377440" cy="320040"/>
          </a:xfrm>
          <a:prstGeom prst="roundRect">
            <a:avLst>
              <a:gd name="adj" fmla="val 1142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3035808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538728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4041648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4544568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5184648"/>
            <a:ext cx="2377440" cy="320040"/>
          </a:xfrm>
          <a:prstGeom prst="roundRect">
            <a:avLst>
              <a:gd name="adj" fmla="val 1142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984248"/>
            <a:ext cx="822960" cy="356616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230428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726680" y="265176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7726680" y="2999232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34" name="Text 32"/>
          <p:cNvSpPr/>
          <p:nvPr/>
        </p:nvSpPr>
        <p:spPr>
          <a:xfrm>
            <a:off x="7726680" y="334670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7726680" y="369417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36" name="Text 34"/>
          <p:cNvSpPr/>
          <p:nvPr/>
        </p:nvSpPr>
        <p:spPr>
          <a:xfrm>
            <a:off x="7726680" y="4041648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37" name="Text 35"/>
          <p:cNvSpPr/>
          <p:nvPr/>
        </p:nvSpPr>
        <p:spPr>
          <a:xfrm>
            <a:off x="8622792" y="2121408"/>
            <a:ext cx="253288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今の自分に合わせて見直す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22792" y="2560320"/>
            <a:ext cx="25328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仕事が変わった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8622792" y="3035808"/>
            <a:ext cx="2532888" cy="310896"/>
          </a:xfrm>
          <a:prstGeom prst="rect">
            <a:avLst/>
          </a:prstGeom>
          <a:solidFill>
            <a:srgbClr val="FFF1E7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お金の状況が変わった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8622792" y="3511296"/>
            <a:ext cx="25328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価値観が変わった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8622792" y="4224528"/>
            <a:ext cx="2532888" cy="512064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AIが更新候補を整理 → 最後はユーザーが確定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8622792" y="4956048"/>
            <a:ext cx="2532888" cy="32918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更新後のJourneyへ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640080" y="5870448"/>
            <a:ext cx="10698480" cy="31089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設計意図：画面の主役は機能ではなく、ユーザーが「次に進める感覚」。AIは必要な場所だけに静かに現れる。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 UX仕様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人生を更新する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5720" cy="434340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UI説明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転職、収入、健康、家族、価値観の変化を入力。AIが影響範囲を整理し、更新候補を提示。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5720" cy="434340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配置理由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変更点→影響→更新候補→ユーザー確定の順に配置。AIが勝手に重要情報を確定しない。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" cy="4343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17320"/>
            <a:ext cx="32552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UX上の意図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人生は変わる前提。計画から外れた自分を責めず、今の自分に合う道へ戻す。</a:t>
            </a:r>
            <a:endParaRPr lang="en-US" sz="13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AIとのやり取り設計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AIは常時主役ではなく、必要な瞬間だけ現れる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2240280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084832"/>
            <a:ext cx="2240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ユーザーとの唯一の接点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34747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11880" y="1481328"/>
            <a:ext cx="2240280" cy="502920"/>
          </a:xfrm>
          <a:prstGeom prst="rect">
            <a:avLst/>
          </a:prstGeom>
          <a:solidFill>
            <a:srgbClr val="132A3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Chief AI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11880" y="2084832"/>
            <a:ext cx="2240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状況を読み、専門AIへつなぐ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1737360"/>
            <a:ext cx="34747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09360" y="1481328"/>
            <a:ext cx="2240280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専門AI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09360" y="2084832"/>
            <a:ext cx="2240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 / Route / Journey / Reflect / Update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1737360"/>
            <a:ext cx="34747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006840" y="1481328"/>
            <a:ext cx="2240280" cy="502920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 Memory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06840" y="2084832"/>
            <a:ext cx="2240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人生情報をつなぐ記憶基盤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657600"/>
            <a:ext cx="45720" cy="12801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657600"/>
            <a:ext cx="311810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表示ルール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AIはフルスクリーンチャットにしない。画面の文脈に合わせた小さな提案・問い・整理結果として表示する。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434840" y="3657600"/>
            <a:ext cx="45720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657600"/>
            <a:ext cx="311810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確認ルール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価値観・人生理念・目標など重要情報は、AIが確定せず「更新候補」としてユーザー確認を通す。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8092440" y="3657600"/>
            <a:ext cx="45720" cy="128016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3657600"/>
            <a:ext cx="311810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温度感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先生ではなく伴走者。命令形を避け、「一緒に整理しましょう」「今日はここまでで十分」を使う。</a:t>
            </a:r>
            <a:endParaRPr lang="en-US" sz="13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AI登場タイミング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画面ごとに役割を変え、同じ伴走者として見せる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325880"/>
            <a:ext cx="1371600" cy="38404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32588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問いかける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1325880"/>
            <a:ext cx="726948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「何を大切にしたいか」を深掘りする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148840"/>
            <a:ext cx="1371600" cy="38404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1488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整理する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2148840"/>
            <a:ext cx="7269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目標・お金・スキルを無理ない順番に並べる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971800"/>
            <a:ext cx="1371600" cy="384048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97180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絞る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2971800"/>
            <a:ext cx="726948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今日やることを増やさず、1〜3個にする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3794760"/>
            <a:ext cx="1371600" cy="38404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31720" y="379476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認める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3794760"/>
            <a:ext cx="7269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できたこと・変化・気づきを言語化する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4617720"/>
            <a:ext cx="1371600" cy="38404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61772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見直す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69080" y="4617720"/>
            <a:ext cx="726948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変化の影響範囲と更新候補を提示する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5650992"/>
            <a:ext cx="10698480" cy="384048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提案：AIチャット欄は常設しない。必要な画面で「AIからの問い」「AIが整理した下書き」「AIの次の一歩」の3パターンだけを使い分ける。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操作フロー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初回登録から継続利用までの時系列体験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081024" cy="502920"/>
          </a:xfrm>
          <a:prstGeom prst="rect">
            <a:avLst/>
          </a:prstGeom>
          <a:solidFill>
            <a:srgbClr val="77838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510792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693672" y="1463040"/>
            <a:ext cx="1081024" cy="502920"/>
          </a:xfrm>
          <a:prstGeom prst="rect">
            <a:avLst/>
          </a:prstGeom>
          <a:solidFill>
            <a:srgbClr val="77838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状態選択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792984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75864" y="1463040"/>
            <a:ext cx="1081024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75176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258056" y="1463040"/>
            <a:ext cx="1081024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Vision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57368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540248" y="1463040"/>
            <a:ext cx="1081024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39560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22440" y="1463040"/>
            <a:ext cx="1081024" cy="502920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21752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104632" y="1463040"/>
            <a:ext cx="1081024" cy="502920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03944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386824" y="1463040"/>
            <a:ext cx="1081024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486136" y="1714500"/>
            <a:ext cx="164592" cy="0"/>
          </a:xfrm>
          <a:prstGeom prst="line">
            <a:avLst/>
          </a:prstGeom>
          <a:noFill/>
          <a:ln w="12700">
            <a:solidFill>
              <a:srgbClr val="77838F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669016" y="1463040"/>
            <a:ext cx="1081024" cy="50292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再びDashboard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" y="2743200"/>
            <a:ext cx="45720" cy="15087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2743200"/>
            <a:ext cx="22037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 5〜10分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ユーザーの状態を選び、価値観と理想を粗く言語化。完璧な入力を求めない。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3520440" y="2743200"/>
            <a:ext cx="45720" cy="150876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2743200"/>
            <a:ext cx="22037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初回完了後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AIが下書きを作り、ユーザーが確認。今日の一歩を1つだけ表示。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45720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2743200"/>
            <a:ext cx="22037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日次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Journeyで小さく実行。Reflectで短く振り返る。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9098280" y="2743200"/>
            <a:ext cx="45720" cy="15087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2743200"/>
            <a:ext cx="22037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週次・月次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Routeを見直し、必要ならUpdateで現在地を更新。</a:t>
            </a:r>
            <a:endParaRPr lang="en-US" sz="13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カスタマージャーニー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各画面での思考・感情・行動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1371600" cy="32918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場面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84832" y="1170432"/>
            <a:ext cx="2788920" cy="32918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考えていること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02352" y="1170432"/>
            <a:ext cx="2788920" cy="32918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感じていること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9872" y="1170432"/>
            <a:ext cx="3520440" cy="32918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137160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初回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2084832" y="1600200"/>
            <a:ext cx="278892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何から始めればいい？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5102352" y="1600200"/>
            <a:ext cx="278892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少し不安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8119872" y="1600200"/>
            <a:ext cx="352044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状態を選ぶ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502920" y="2267712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2084832" y="2267712"/>
            <a:ext cx="2788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自分は何を大切にしたい？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5102352" y="2267712"/>
            <a:ext cx="2788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整理されてきた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8119872" y="2267712"/>
            <a:ext cx="3520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価値観を書く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02920" y="2935224"/>
            <a:ext cx="137160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2084832" y="2935224"/>
            <a:ext cx="278892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現実的に進める？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5102352" y="2935224"/>
            <a:ext cx="278892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道筋が見えた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8119872" y="2935224"/>
            <a:ext cx="352044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目標を確認する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02920" y="3602736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2084832" y="3602736"/>
            <a:ext cx="2788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今日は何をする？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5102352" y="3602736"/>
            <a:ext cx="2788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これならできそう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119872" y="3602736"/>
            <a:ext cx="3520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1つ実行する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02920" y="4270248"/>
            <a:ext cx="137160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2084832" y="4270248"/>
            <a:ext cx="278892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少し進めた？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5102352" y="4270248"/>
            <a:ext cx="278892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責められず安心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8119872" y="4270248"/>
            <a:ext cx="3520440" cy="411480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短く振り返る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502920" y="4937760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2084832" y="4937760"/>
            <a:ext cx="2788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今の自分に合ってる？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5102352" y="4937760"/>
            <a:ext cx="2788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また整えられる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8119872" y="4937760"/>
            <a:ext cx="3520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計画を更新する</a:t>
            </a:r>
            <a:endParaRPr lang="en-US" sz="11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デザインガイドライン 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世界観を崩さないための基本ルール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27432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Color Palette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ホワイト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8745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6974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9260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ライトグレー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51960" y="18745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376F95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6974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29260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落ち着いたブルー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8745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87BBA2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6974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9260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優しいグリーン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26680" y="18745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6974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Accent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6680" y="29260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オレンジ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464040" y="18745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D96B6B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26974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Error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64040" y="2926080"/>
            <a:ext cx="1188720" cy="21031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レッド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3794760"/>
            <a:ext cx="36576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Typography / Spacing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7240" y="4343400"/>
            <a:ext cx="45720" cy="105156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4343400"/>
            <a:ext cx="31638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見出しは大きく、本文は読みやすく。小さすぎる補足文字を多用しない。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4434840" y="4343400"/>
            <a:ext cx="45720" cy="105156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4343400"/>
            <a:ext cx="31638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余白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画面密度を下げ、1画面1目的。詰め込むより、次の一歩を明確にする。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8092440" y="4343400"/>
            <a:ext cx="45720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4343400"/>
            <a:ext cx="31638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トーン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命令・管理・評価ではなく、整理・確認・伴走の言葉を使う。</a:t>
            </a:r>
            <a:endParaRPr lang="en-US" sz="13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デザインガイドライン 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UIコンポーネントと禁止パターン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45720" cy="146304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25880"/>
            <a:ext cx="320954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使うUI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大きめのカード / ラインアイコン / 余白のある入力欄 / 静かなAI提案 / 1つの主要CTA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45720" cy="1463040"/>
          </a:xfrm>
          <a:prstGeom prst="rect">
            <a:avLst/>
          </a:prstGeom>
          <a:solidFill>
            <a:srgbClr val="D96B6B"/>
          </a:solidFill>
          <a:ln w="12700">
            <a:solidFill>
              <a:srgbClr val="D96B6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325880"/>
            <a:ext cx="320954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避けるUI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大量のボタン / KPIダッシュボード / 複雑なグラフ / チャット全面表示 / 赤い警告の多用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45720" cy="146304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325880"/>
            <a:ext cx="320954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CTAルール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「保存」よりも「今日の一歩へ」「一緒に整理する」「下書きを確認する」のように体験を表す。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960120" y="3136392"/>
            <a:ext cx="292608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456432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547872"/>
            <a:ext cx="274320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621024"/>
            <a:ext cx="1024128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1645920" y="4343400"/>
            <a:ext cx="1554480" cy="320040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今日の一歩へ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3136392"/>
            <a:ext cx="292608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避ける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456432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547872"/>
            <a:ext cx="274320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621024"/>
            <a:ext cx="1024128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411480" cy="256032"/>
          </a:xfrm>
          <a:prstGeom prst="rect">
            <a:avLst/>
          </a:prstGeom>
          <a:solidFill>
            <a:srgbClr val="D96B6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5669280" y="4343400"/>
            <a:ext cx="411480" cy="256032"/>
          </a:xfrm>
          <a:prstGeom prst="rect">
            <a:avLst/>
          </a:prstGeom>
          <a:solidFill>
            <a:srgbClr val="D96B6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6172200" y="4343400"/>
            <a:ext cx="411480" cy="256032"/>
          </a:xfrm>
          <a:prstGeom prst="rect">
            <a:avLst/>
          </a:prstGeom>
          <a:solidFill>
            <a:srgbClr val="D96B6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6675120" y="4343400"/>
            <a:ext cx="411480" cy="256032"/>
          </a:xfrm>
          <a:prstGeom prst="rect">
            <a:avLst/>
          </a:prstGeom>
          <a:solidFill>
            <a:srgbClr val="D96B6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8275320" y="3136392"/>
            <a:ext cx="292608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AI表示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75320" y="3456432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3547872"/>
            <a:ext cx="274320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3621024"/>
            <a:ext cx="1024128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8732520" y="4114800"/>
            <a:ext cx="1920240" cy="493776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AIからの問い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「今日はどこまで整理しますか？」</a:t>
            </a:r>
            <a:endParaRPr lang="en-US" sz="6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コピー・マイクロコピー指針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ユーザーを急かさず、前へ進める言葉にする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4389120" cy="347472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6B6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 管理します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4937760" cy="347472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BBA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 一緒に整理します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21408"/>
            <a:ext cx="4389120" cy="347472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6B6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 目標未達です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121408"/>
            <a:ext cx="4937760" cy="347472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BBA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 今日はここまでで大丈夫です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71216"/>
            <a:ext cx="4389120" cy="347472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6B6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 AIが決定しました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2871216"/>
            <a:ext cx="4937760" cy="347472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BBA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 更新候補を作りました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21024"/>
            <a:ext cx="4389120" cy="347472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6B6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 タスクを消化しましょう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3621024"/>
            <a:ext cx="4937760" cy="347472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BBA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 今日の一歩を選びましょう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370832"/>
            <a:ext cx="4389120" cy="347472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6B6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 進捗が遅れています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4370832"/>
            <a:ext cx="4937760" cy="347472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BBA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 今の状況に合わせて見直せます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9692640" cy="411480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声のトーン：落ち着いている / 押し付けない / 短い / やさしい / でも曖昧すぎない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信頼・プライバシー設計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人生情報を扱うサービスとして安心を先に設計する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5720" cy="141732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417320"/>
            <a:ext cx="32095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ユーザー確認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人生理念、価値観、目標、ライフイベントはAIが自動確定しない。必ず確認画面を通す。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45720" cy="141732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417320"/>
            <a:ext cx="32095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最小入力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最初から健康・お金・家族などの深い情報を求めない。必要な文脈で少しずつ聞く。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45720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417320"/>
            <a:ext cx="32095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見える管理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 Memoryが何を覚えているか確認・修正・削除できる場所を用意する。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10744200" cy="566928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提案：Settings内に「AIが理解しているあなた」画面を作る。ユーザーが自分の情報を見直せることで、信頼と継続利用につながる。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提案：体験品質を上げる改善案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事業思想を崩さず、迷わない体験にする追加提案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45720" cy="100584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80160"/>
            <a:ext cx="490118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Vision画面を独立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理想の人生を描く時間をCompassから分離し、価値観と未来像が混ざらないようにする。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245352" y="1280160"/>
            <a:ext cx="45720" cy="100584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80160"/>
            <a:ext cx="490118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Today Focus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Dashboard上で今日の一歩を1つに絞る。タスク一覧感を避ける。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713232" y="2697480"/>
            <a:ext cx="4572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97480"/>
            <a:ext cx="490118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 Memory確認画面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AIが覚えている価値観・目標をユーザーが編集できる。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245352" y="2697480"/>
            <a:ext cx="45720" cy="1005840"/>
          </a:xfrm>
          <a:prstGeom prst="rect">
            <a:avLst/>
          </a:prstGeom>
          <a:solidFill>
            <a:srgbClr val="376F95"/>
          </a:solidFill>
          <a:ln w="12700">
            <a:solidFill>
              <a:srgbClr val="376F9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697480"/>
            <a:ext cx="490118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Weekly Gentle Review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週次レビューは達成率より「気づき」「変化」「次の一歩」を中心にする。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713232" y="4114800"/>
            <a:ext cx="45720" cy="1005840"/>
          </a:xfrm>
          <a:prstGeom prst="rect">
            <a:avLst/>
          </a:prstGeom>
          <a:solidFill>
            <a:srgbClr val="87BBA2"/>
          </a:solidFill>
          <a:ln w="12700">
            <a:solidFill>
              <a:srgbClr val="87BBA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490118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Soft Empty State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未入力画面を空白にせず、やさしい問いから始める。</a:t>
            </a:r>
            <a:endParaRPr lang="en-US" sz="13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MVP優先順位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最初に作るべきは、機能群ではなくコア体験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960120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Phase 1 MVP：人生の方向を見つけ、今日の一歩に変える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188720" cy="384048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011680"/>
            <a:ext cx="420624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Onboarding / Compass / Vision / Route / Journey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457200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登録後に今日の一歩まで到達できる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22960" y="2798064"/>
            <a:ext cx="1188720" cy="384048"/>
          </a:xfrm>
          <a:prstGeom prst="rect">
            <a:avLst/>
          </a:prstGeom>
          <a:solidFill>
            <a:srgbClr val="87BBA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Should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798064"/>
            <a:ext cx="4206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 / AI整理下書き / 保存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29400" y="2798064"/>
            <a:ext cx="4572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2回目以降も戻ってこられる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2960" y="3584448"/>
            <a:ext cx="1188720" cy="384048"/>
          </a:xfrm>
          <a:prstGeom prst="rect">
            <a:avLst/>
          </a:prstGeom>
          <a:solidFill>
            <a:srgbClr val="F4A26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Could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584448"/>
            <a:ext cx="420624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Reflect簡易版 / Weekly Review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629400" y="3584448"/>
            <a:ext cx="457200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継続の理由を作る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22960" y="4370832"/>
            <a:ext cx="1188720" cy="384048"/>
          </a:xfrm>
          <a:prstGeom prst="rect">
            <a:avLst/>
          </a:prstGeom>
          <a:solidFill>
            <a:srgbClr val="77838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4370832"/>
            <a:ext cx="4206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外部連携 / 詳細分析 / コミュニティ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629400" y="4370832"/>
            <a:ext cx="4572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価値検証後に拡張する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22960" y="5715000"/>
            <a:ext cx="10515600" cy="384048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North Star候補：人生設計に基づく小さな行動を、一定期間継続できたユーザーの割合。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実装・デザイン引き継ぎチェックリスト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73152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今後画面を増やしても世界観を崩さない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45952" y="356616"/>
            <a:ext cx="502920" cy="237744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016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484632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1画面1目的になっているか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325880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次にやることが一目で分かるか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484632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AIが主役になっていないか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タスク管理・KPI画面に見えていないか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84632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余白が十分にあるか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ユーザーを急かす表現がないか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4846320" cy="384048"/>
          </a:xfrm>
          <a:prstGeom prst="rect">
            <a:avLst/>
          </a:prstGeom>
          <a:solidFill>
            <a:srgbClr val="F5F7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重要情報をAIが勝手に確定していないか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□ 人生が前へ進む感覚があるか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5715000"/>
            <a:ext cx="10469880" cy="402336"/>
          </a:xfrm>
          <a:prstGeom prst="rect">
            <a:avLst/>
          </a:prstGeom>
          <a:solidFill>
            <a:srgbClr val="376F9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最終判断基準：美しい画面ではなく、「ここなら自分の人生を整理できそう」と5秒で感じられるか。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83464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 / UI UX Service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3232" y="1188720"/>
            <a:ext cx="594360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5852160" cy="3200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人生の意思決定を支援する、静かな伴走体験。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5486400" cy="11887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ユーザーが開いた瞬間に感じるべきことは、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「管理される」ではなく、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「一緒に整理できそう」。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60920" y="1005840"/>
            <a:ext cx="374904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Design direction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60920" y="13258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417320"/>
            <a:ext cx="3566160" cy="301752"/>
          </a:xfrm>
          <a:prstGeom prst="rect">
            <a:avLst/>
          </a:prstGeom>
          <a:solidFill>
            <a:srgbClr val="F8FAFB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1490472"/>
            <a:ext cx="1312164" cy="1188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My Life Compass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822960" cy="2926080"/>
          </a:xfrm>
          <a:prstGeom prst="roundRect">
            <a:avLst>
              <a:gd name="adj" fmla="val 8889"/>
            </a:avLst>
          </a:prstGeom>
          <a:solidFill>
            <a:srgbClr val="FBFCFD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214884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Dashboard</a:t>
            </a:r>
            <a:endParaRPr lang="en-US" sz="570" dirty="0"/>
          </a:p>
        </p:txBody>
      </p:sp>
      <p:sp>
        <p:nvSpPr>
          <p:cNvPr id="13" name="Text 11"/>
          <p:cNvSpPr/>
          <p:nvPr/>
        </p:nvSpPr>
        <p:spPr>
          <a:xfrm>
            <a:off x="7543800" y="2496312"/>
            <a:ext cx="640080" cy="201168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376F9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Compass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7543800" y="2843784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Route</a:t>
            </a:r>
            <a:endParaRPr lang="en-US" sz="570" dirty="0"/>
          </a:p>
        </p:txBody>
      </p:sp>
      <p:sp>
        <p:nvSpPr>
          <p:cNvPr id="15" name="Text 13"/>
          <p:cNvSpPr/>
          <p:nvPr/>
        </p:nvSpPr>
        <p:spPr>
          <a:xfrm>
            <a:off x="7543800" y="3191256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Journey</a:t>
            </a:r>
            <a:endParaRPr lang="en-US" sz="570" dirty="0"/>
          </a:p>
        </p:txBody>
      </p:sp>
      <p:sp>
        <p:nvSpPr>
          <p:cNvPr id="16" name="Text 14"/>
          <p:cNvSpPr/>
          <p:nvPr/>
        </p:nvSpPr>
        <p:spPr>
          <a:xfrm>
            <a:off x="7543800" y="3538728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7543800" y="3886200"/>
            <a:ext cx="640080" cy="2011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8439912" y="1965960"/>
            <a:ext cx="2487168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人生の軸を言葉にする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39912" y="2313432"/>
            <a:ext cx="1143000" cy="960120"/>
          </a:xfrm>
          <a:prstGeom prst="rect">
            <a:avLst/>
          </a:prstGeom>
          <a:solidFill>
            <a:srgbClr val="EAF3F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大切にしたいこと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9747504" y="2313432"/>
            <a:ext cx="1143000" cy="960120"/>
          </a:xfrm>
          <a:prstGeom prst="rect">
            <a:avLst/>
          </a:prstGeom>
          <a:solidFill>
            <a:srgbClr val="EEF7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やりたいこと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8439912" y="3566160"/>
            <a:ext cx="2487168" cy="502920"/>
          </a:xfrm>
          <a:prstGeom prst="rect">
            <a:avLst/>
          </a:prstGeom>
          <a:solidFill>
            <a:srgbClr val="FFF1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3A45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今日は、何を大切にしたいかだけ考えましょう。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8439912" y="4370832"/>
            <a:ext cx="24871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人生理念の下書き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749808" y="5806440"/>
            <a:ext cx="2743200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83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End of design document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My Life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Life Compass UI/UX・サービスデザイン設計書</dc:title>
  <dc:subject>My Life Compass UI/UX・サービスデザイン設計書</dc:subject>
  <dc:creator>OpenAI</dc:creator>
  <cp:lastModifiedBy>OpenAI</cp:lastModifiedBy>
  <cp:revision>1</cp:revision>
  <dcterms:created xsi:type="dcterms:W3CDTF">2026-07-14T21:42:53Z</dcterms:created>
  <dcterms:modified xsi:type="dcterms:W3CDTF">2026-07-14T21:42:53Z</dcterms:modified>
</cp:coreProperties>
</file>